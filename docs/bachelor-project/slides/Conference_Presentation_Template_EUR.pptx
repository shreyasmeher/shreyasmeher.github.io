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(about 30 seconds). Say your name, the thesis title, and read your research question once. Do not spend time here; move quickly into the motivation. Replace every bracketed field. Keep the one-line RQ truly to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Open with the problem, not with your thesis structure. Make the audience care: what is the puzzle, why does it matter, what is missing. Keep the slide to a few keywords and speak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Put the main research question on screen word for word and read it once. Then the sub-questions. This is your red thread; every later slide should point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1.5 minutes. Present only the framework that does work in your analysis. One concept, one expectation. Do not show your whole literature review; the audience needs the lens, not the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1.5 minutes. Cover design, case, data source and size, and how you collected it. Name the unit of analysis. Keep operational detail for the paper; give just enough here for the audience to trust the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1.5 minutes. One result per slide. Insert a clean exported figure with labelled axes, not a screenshot of R, Stata, SPSS, or Excel. Say what it shows, then what it means in light of your theory. This is where the marks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1.5 minutes. A second result, a contrast, or a robustness check. Same discipline: one figure, interpreted. If you have only one strong finding, use this slide to qualify or extend it rather than 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Answer the research question directly, grounded in the findings you just showed. Add the main implication and the single most important limitation. Do not introduce new results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seconds. End on the one sentence you want remembered, the same one you wrote first. Thank the audience and move to questions. Do not trail off on a detail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Guidance for the student. Delete this slide before presenting at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703320"/>
            <a:ext cx="2926080" cy="381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Avenir Next"/>
              </a:rPr>
              <a:t>[ Thesis title ]</a:t>
            </a:r>
          </a:p>
          <a:p>
            <a:r>
              <a:rPr sz="1800" b="0" i="0">
                <a:solidFill>
                  <a:srgbClr val="E8A317"/>
                </a:solidFill>
                <a:latin typeface="Avenir Next"/>
              </a:rPr>
              <a:t>[ Research question in one line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FFFFFF"/>
                </a:solidFill>
                <a:latin typeface="Avenir Next"/>
              </a:rPr>
              <a:t>[ Your name ]</a:t>
            </a:r>
          </a:p>
          <a:p>
            <a:r>
              <a:rPr sz="1400" b="0" i="0">
                <a:solidFill>
                  <a:srgbClr val="CFD6D3"/>
                </a:solidFill>
                <a:latin typeface="Avenir Next"/>
              </a:rPr>
              <a:t>Bachelor Project 2025–2026  ·  Group 16</a:t>
            </a:r>
          </a:p>
          <a:p>
            <a:r>
              <a:rPr sz="1400" b="0" i="0">
                <a:solidFill>
                  <a:srgbClr val="CFD6D3"/>
                </a:solidFill>
                <a:latin typeface="Avenir Next"/>
              </a:rPr>
              <a:t>Erasmus School of Social and Behavioural Sciences, Erasmus University Rotterdam</a:t>
            </a:r>
          </a:p>
          <a:p>
            <a:r>
              <a:rPr sz="1400" b="0" i="0">
                <a:solidFill>
                  <a:srgbClr val="CFD6D3"/>
                </a:solidFill>
                <a:latin typeface="Avenir Next"/>
              </a:rPr>
              <a:t>Conference, Thursday 11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2328"/>
                </a:solidFill>
                <a:latin typeface="Avenir Next"/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175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C77F0A"/>
                </a:solidFill>
                <a:latin typeface="Avenir Next"/>
              </a:rPr>
              <a:t>≈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The puzzle or problem, in a few keywords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Why it matters: who is affected, what is at stake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The gap this study addresses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A8388"/>
                </a:solidFill>
                <a:latin typeface="Avenir Next"/>
              </a:rPr>
              <a:t>Bachelor Project 2025–2026  ·  Erasmus School of Social and Behavioural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A8388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2328"/>
                </a:solidFill>
                <a:latin typeface="Avenir Next"/>
              </a:rPr>
              <a:t>Research question and sub-questions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175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C77F0A"/>
                </a:solidFill>
                <a:latin typeface="Avenir Next"/>
              </a:rPr>
              <a:t>≈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Main RQ:  [ state it in one sentence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Sub-question 1:  [ …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Sub-question 2:  [ …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A8388"/>
                </a:solidFill>
                <a:latin typeface="Avenir Next"/>
              </a:rPr>
              <a:t>Bachelor Project 2025–2026  ·  Erasmus School of Social and Behavioural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A8388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2328"/>
                </a:solidFill>
                <a:latin typeface="Avenir Next"/>
              </a:rPr>
              <a:t>Theory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175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C77F0A"/>
                </a:solidFill>
                <a:latin typeface="Avenir Next"/>
              </a:rPr>
              <a:t>≈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The one framework you actually use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Key concept: [ X ]   →   expectation: [ …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Hypothesis or expectation, stated directionally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A8388"/>
                </a:solidFill>
                <a:latin typeface="Avenir Next"/>
              </a:rPr>
              <a:t>Bachelor Project 2025–2026  ·  Erasmus School of Social and Behavioural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A8388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2328"/>
                </a:solidFill>
                <a:latin typeface="Avenir Next"/>
              </a:rPr>
              <a:t>Method and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175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C77F0A"/>
                </a:solidFill>
                <a:latin typeface="Avenir Next"/>
              </a:rPr>
              <a:t>≈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Design:  [ case / comparison / survey / text-as-data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Data:  [ source, size, time period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Collection:  [ one line on how you gathered it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A8388"/>
                </a:solidFill>
                <a:latin typeface="Avenir Next"/>
              </a:rPr>
              <a:t>Bachelor Project 2025–2026  ·  Erasmus School of Social and Behavioural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A8388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2328"/>
                </a:solidFill>
                <a:latin typeface="Avenir Next"/>
              </a:rPr>
              <a:t>Findings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175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C77F0A"/>
                </a:solidFill>
                <a:latin typeface="Avenir Next"/>
              </a:rPr>
              <a:t>≈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One key result that answers the RQ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Insert one figure or table here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What it shows: [ … ]    What it means: [ …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A8388"/>
                </a:solidFill>
                <a:latin typeface="Avenir Next"/>
              </a:rPr>
              <a:t>Bachelor Project 2025–2026  ·  Erasmus School of Social and Behavioural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A8388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2328"/>
                </a:solidFill>
                <a:latin typeface="Avenir Next"/>
              </a:rPr>
              <a:t>Findings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175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C77F0A"/>
                </a:solidFill>
                <a:latin typeface="Avenir Next"/>
              </a:rPr>
              <a:t>≈ 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Second key result, a contrast, or a robustness check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Insert one figure or table here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What it shows: [ … ]    What it means: [ …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A8388"/>
                </a:solidFill>
                <a:latin typeface="Avenir Next"/>
              </a:rPr>
              <a:t>Bachelor Project 2025–2026  ·  Erasmus School of Social and Behavioural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A8388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2328"/>
                </a:solidFill>
                <a:latin typeface="Avenir Next"/>
              </a:rPr>
              <a:t>Conclusion and 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175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C77F0A"/>
                </a:solidFill>
                <a:latin typeface="Avenir Next"/>
              </a:rPr>
              <a:t>≈ 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Answer to the RQ:  [ one or two sentences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Implications:  [ scientific / societal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Main limitation:  [ the one that matters most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A8388"/>
                </a:solidFill>
                <a:latin typeface="Avenir Next"/>
              </a:rPr>
              <a:t>Bachelor Project 2025–2026  ·  Erasmus School of Social and Behavioural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A8388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02328"/>
                </a:solidFill>
                <a:latin typeface="Avenir Next"/>
              </a:rPr>
              <a:t>Take-away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175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C77F0A"/>
                </a:solidFill>
                <a:latin typeface="Avenir Next"/>
              </a:rPr>
              <a:t>≈ 0:30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Your one-sentence take-away ]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Thank you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800" b="0" i="0">
                <a:solidFill>
                  <a:srgbClr val="3A444A"/>
                </a:solidFill>
                <a:latin typeface="Avenir Next"/>
              </a:rPr>
              <a:t>[ name ]   ·   [ email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7A8388"/>
                </a:solidFill>
                <a:latin typeface="Avenir Next"/>
              </a:rPr>
              <a:t>Bachelor Project 2025–2026  ·  Erasmus School of Social and Behavioural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7A8388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2926080" cy="381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venir Next"/>
              </a:rPr>
              <a:t>How to use this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700" b="0" i="0">
                <a:solidFill>
                  <a:srgbClr val="E8ECEA"/>
                </a:solidFill>
                <a:latin typeface="Avenir Next"/>
              </a:rPr>
              <a:t>Replace every bracketed field. Keep three to four keywords per slide, not sentences.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700" b="0" i="0">
                <a:solidFill>
                  <a:srgbClr val="E8ECEA"/>
                </a:solidFill>
                <a:latin typeface="Avenir Next"/>
              </a:rPr>
              <a:t>Roughly one slide per minute. Around nine content slides for ten minutes.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700" b="0" i="0">
                <a:solidFill>
                  <a:srgbClr val="E8ECEA"/>
                </a:solidFill>
                <a:latin typeface="Avenir Next"/>
              </a:rPr>
              <a:t>Protect the two findings slides: one figure each, exported clean, with labelled axes.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700" b="0" i="0">
                <a:solidFill>
                  <a:srgbClr val="E8ECEA"/>
                </a:solidFill>
                <a:latin typeface="Avenir Next"/>
              </a:rPr>
              <a:t>Put the point of the slide in its title, then use the body as the evidence.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700" b="0" i="0">
                <a:solidFill>
                  <a:srgbClr val="E8ECEA"/>
                </a:solidFill>
                <a:latin typeface="Avenir Next"/>
              </a:rPr>
              <a:t>Rehearse aloud twice with a timer. If you run over, cut detail, not the findings.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700" b="0" i="0">
                <a:solidFill>
                  <a:srgbClr val="E8ECEA"/>
                </a:solidFill>
                <a:latin typeface="Avenir Next"/>
              </a:rPr>
              <a:t>Speaker notes under each slide give the target time and what to say.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800" b="1" i="0">
                <a:solidFill>
                  <a:srgbClr val="E8A317"/>
                </a:solidFill>
                <a:latin typeface="Avenir Next"/>
              </a:rPr>
              <a:t>•  </a:t>
            </a:r>
            <a:r>
              <a:rPr sz="1700" b="0" i="0">
                <a:solidFill>
                  <a:srgbClr val="E8ECEA"/>
                </a:solidFill>
                <a:latin typeface="Avenir Next"/>
              </a:rPr>
              <a:t>Delete this slide before you present.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